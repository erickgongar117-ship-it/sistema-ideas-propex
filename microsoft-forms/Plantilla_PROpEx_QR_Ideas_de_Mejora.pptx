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df7c2a10af4afb" /><Relationship Type="http://schemas.openxmlformats.org/officeDocument/2006/relationships/extended-properties" Target="/docProps/app.xml" Id="R1eea6da580ad44c7" /><Relationship Type="http://schemas.openxmlformats.org/officeDocument/2006/relationships/officeDocument" Target="/ppt/presentation.xml" Id="Re245c93c76844b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ad9c6304be4761"/>
  </p:sldMasterIdLst>
  <p:notesMasterIdLst>
    <p:notesMasterId xmlns:r="http://schemas.openxmlformats.org/officeDocument/2006/relationships" r:id="R5f05425aef9f43a0"/>
  </p:notesMasterIdLst>
  <p:sldIdLst>
    <p:sldId xmlns:r="http://schemas.openxmlformats.org/officeDocument/2006/relationships" id="256" r:id="Re529da2c02d140f1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369af526e746ca" /><Relationship Type="http://schemas.openxmlformats.org/officeDocument/2006/relationships/slideMaster" Target="/ppt/slideMasters/slideMaster1.xml" Id="R99ad9c6304be4761" /><Relationship Type="http://schemas.openxmlformats.org/officeDocument/2006/relationships/notesMaster" Target="/ppt/notesMasters/notesMaster1.xml" Id="R5f05425aef9f43a0" /><Relationship Type="http://schemas.openxmlformats.org/officeDocument/2006/relationships/presProps" Target="/ppt/presProps.xml" Id="Rb4eb3c487bb94ecb" /><Relationship Type="http://schemas.openxmlformats.org/officeDocument/2006/relationships/tableStyles" Target="/ppt/tableStyles.xml" Id="R3ccaabe412214dfb" /><Relationship Type="http://schemas.openxmlformats.org/officeDocument/2006/relationships/slide" Target="/ppt/slides/slide1.xml" Id="Re529da2c02d140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ef7745b48c4d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33b321378c4e4f" /><Relationship Type="http://schemas.openxmlformats.org/officeDocument/2006/relationships/notesMaster" Target="/ppt/notesMasters/notesMaster1.xml" Id="R28b8984ed67648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c51551279f43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dc5e3499e949e2" /><Relationship Type="http://schemas.openxmlformats.org/officeDocument/2006/relationships/slideLayout" Target="/ppt/slideLayouts/slideLayout1.xml" Id="R5ac2ae34e3e148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c2ae34e3e148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4a9933a4947dd" /><Relationship Type="http://schemas.openxmlformats.org/officeDocument/2006/relationships/image" Target="/ppt/media/image.png" Id="R8226025a025846e3" /><Relationship Type="http://schemas.openxmlformats.org/officeDocument/2006/relationships/image" Target="/ppt/media/image2.png" Id="R7d3dfd20bcdc4c7a" /><Relationship Type="http://schemas.openxmlformats.org/officeDocument/2006/relationships/image" Target="/ppt/media/image3.png" Id="R530965011c704391" /><Relationship Type="http://schemas.openxmlformats.org/officeDocument/2006/relationships/image" Target="/ppt/media/image.jpeg" Id="Re52efce18e4a4e07" /><Relationship Type="http://schemas.openxmlformats.org/officeDocument/2006/relationships/notesSlide" Target="/ppt/notesSlides/notesSlide1.xml" Id="R8df77648f9c64e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brand-top-rule">
            <a:extLst xmlns:a="http://schemas.openxmlformats.org/drawingml/2006/main">
              <a:ext uri="{FF2B5EF4-FFF2-40B4-BE49-F238E27FC236}">
                <a16:creationId xmlns:a16="http://schemas.microsoft.com/office/drawing/2014/main" id="{08D45F04-45D5-4C41-A2EF-0825FF16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0029"/>
          </a:solidFill>
          <a:ln xmlns:a="http://schemas.openxmlformats.org/drawingml/2006/main" w="0">
            <a:solidFill>
              <a:srgbClr val="EA0029"/>
            </a:solidFill>
            <a:prstDash val="solid"/>
          </a:ln>
        </p:spPr>
      </p:sp>
      <p:sp>
        <p:nvSpPr>
          <p:cNvPr id="2" name="header-white">
            <a:extLst xmlns:a="http://schemas.openxmlformats.org/drawingml/2006/main">
              <a:ext uri="{FF2B5EF4-FFF2-40B4-BE49-F238E27FC236}">
                <a16:creationId xmlns:a16="http://schemas.microsoft.com/office/drawing/2014/main" id="{0942DF78-5368-40AD-90F3-BE736182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7562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header-divider">
            <a:extLst xmlns:a="http://schemas.openxmlformats.org/drawingml/2006/main">
              <a:ext uri="{FF2B5EF4-FFF2-40B4-BE49-F238E27FC236}">
                <a16:creationId xmlns:a16="http://schemas.microsoft.com/office/drawing/2014/main" id="{153DE124-09B1-4F60-A643-BF689D99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653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solidFill>
              <a:srgbClr val="D7DADD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6025a025846e3"/>
          <a:stretch xmlns:a="http://schemas.openxmlformats.org/drawingml/2006/main"/>
        </p:blipFill>
        <p:spPr>
          <a:xfrm xmlns:a="http://schemas.openxmlformats.org/drawingml/2006/main">
            <a:off x="569354" y="419100"/>
            <a:ext cx="1680693" cy="552450"/>
          </a:xfrm>
          <a:prstGeom xmlns:a="http://schemas.openxmlformats.org/drawingml/2006/main" prst="rect">
            <a:avLst/>
          </a:prstGeom>
        </p:spPr>
      </p:pic>
      <p:sp>
        <p:nvSpPr>
          <p:cNvPr id="5" name="propex-wordmark">
            <a:extLst xmlns:a="http://schemas.openxmlformats.org/drawingml/2006/main">
              <a:ext uri="{FF2B5EF4-FFF2-40B4-BE49-F238E27FC236}">
                <a16:creationId xmlns:a16="http://schemas.microsoft.com/office/drawing/2014/main" id="{0330E28C-D793-4CA2-B251-B3BD25AA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19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PROpEX</a:t>
            </a:r>
          </a:p>
        </p:txBody>
      </p:sp>
      <p:sp>
        <p:nvSpPr>
          <p:cNvPr id="6" name="propex-subtitle">
            <a:extLst xmlns:a="http://schemas.openxmlformats.org/drawingml/2006/main">
              <a:ext uri="{FF2B5EF4-FFF2-40B4-BE49-F238E27FC236}">
                <a16:creationId xmlns:a16="http://schemas.microsoft.com/office/drawing/2014/main" id="{CA15BAFC-C698-4E2A-9B28-3AFA72D7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742950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7A"/>
                </a:solidFill>
              </a:defRPr>
            </a:pPr>
            <a:r>
              <a:rPr sz="900" b="1">
                <a:solidFill>
                  <a:srgbClr val="66707A"/>
                </a:solidFill>
              </a:rPr>
              <a:t>SISTEMA DE MEJORA CONTINUA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6FC52BAC-9F51-4A1A-B870-BC67F469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0029"/>
                </a:solidFill>
              </a:defRPr>
            </a:pPr>
            <a:r>
              <a:rPr sz="1125" b="1">
                <a:solidFill>
                  <a:srgbClr val="EA0029"/>
                </a:solidFill>
              </a:rPr>
              <a:t>FORMULARIO GENERAL DE IDEAS</a:t>
            </a:r>
          </a:p>
        </p:txBody>
      </p:sp>
      <p:sp>
        <p:nvSpPr>
          <p:cNvPr id="8" name="eyebrow-rule">
            <a:extLst xmlns:a="http://schemas.openxmlformats.org/drawingml/2006/main">
              <a:ext uri="{FF2B5EF4-FFF2-40B4-BE49-F238E27FC236}">
                <a16:creationId xmlns:a16="http://schemas.microsoft.com/office/drawing/2014/main" id="{24A8E3FB-4AED-4989-A5C2-1866DCE5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288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0029"/>
          </a:solidFill>
          <a:ln xmlns:a="http://schemas.openxmlformats.org/drawingml/2006/main" w="0">
            <a:solidFill>
              <a:srgbClr val="EA0029"/>
            </a:solidFill>
            <a:prstDash val="solid"/>
          </a:ln>
        </p:spPr>
      </p:sp>
      <p:sp>
        <p:nvSpPr>
          <p:cNvPr id="9" name="headline-one">
            <a:extLst xmlns:a="http://schemas.openxmlformats.org/drawingml/2006/main">
              <a:ext uri="{FF2B5EF4-FFF2-40B4-BE49-F238E27FC236}">
                <a16:creationId xmlns:a16="http://schemas.microsoft.com/office/drawing/2014/main" id="{B476B765-2222-4EF9-A3C7-D9A8401A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642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</a:defRPr>
            </a:pPr>
            <a:r>
              <a:rPr sz="3900" b="1">
                <a:solidFill>
                  <a:srgbClr val="111111"/>
                </a:solidFill>
              </a:rPr>
              <a:t>TU IDEA PUEDE</a:t>
            </a:r>
          </a:p>
        </p:txBody>
      </p:sp>
      <p:sp>
        <p:nvSpPr>
          <p:cNvPr id="10" name="headline-two">
            <a:extLst xmlns:a="http://schemas.openxmlformats.org/drawingml/2006/main">
              <a:ext uri="{FF2B5EF4-FFF2-40B4-BE49-F238E27FC236}">
                <a16:creationId xmlns:a16="http://schemas.microsoft.com/office/drawing/2014/main" id="{22F53900-51A3-4B9B-9CA3-9BF8BC4B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57475"/>
            <a:ext cx="642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A0029"/>
                </a:solidFill>
              </a:defRPr>
            </a:pPr>
            <a:r>
              <a:rPr sz="3900" b="1">
                <a:solidFill>
                  <a:srgbClr val="EA0029"/>
                </a:solidFill>
              </a:rPr>
              <a:t>MEJORAR TODO</a:t>
            </a:r>
          </a:p>
        </p:txBody>
      </p:sp>
      <p:sp>
        <p:nvSpPr>
          <p:cNvPr id="11" name="supporting-copy">
            <a:extLst xmlns:a="http://schemas.openxmlformats.org/drawingml/2006/main">
              <a:ext uri="{FF2B5EF4-FFF2-40B4-BE49-F238E27FC236}">
                <a16:creationId xmlns:a16="http://schemas.microsoft.com/office/drawing/2014/main" id="{3279A21E-EAF8-4A04-89B5-3C440571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343A"/>
                </a:solidFill>
              </a:defRPr>
            </a:pPr>
            <a:r>
              <a:rPr sz="1650" b="0">
                <a:solidFill>
                  <a:srgbClr val="30343A"/>
                </a:solidFill>
              </a:rPr>
              <a:t>Escanea el código, cuéntanos el problema y comparte tu propuesta.</a:t>
            </a:r>
          </a:p>
        </p:txBody>
      </p:sp>
      <p:sp>
        <p:nvSpPr>
          <p:cNvPr id="12" name="qr-shadow">
            <a:extLst xmlns:a="http://schemas.openxmlformats.org/drawingml/2006/main">
              <a:ext uri="{FF2B5EF4-FFF2-40B4-BE49-F238E27FC236}">
                <a16:creationId xmlns:a16="http://schemas.microsoft.com/office/drawing/2014/main" id="{D7CC34EA-DC96-4A91-992A-34CDDB65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52900"/>
            <a:ext cx="47625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1"/>
          </a:solidFill>
          <a:ln xmlns:a="http://schemas.openxmlformats.org/drawingml/2006/main" w="0">
            <a:solidFill>
              <a:srgbClr val="D9DDE1"/>
            </a:solidFill>
            <a:prstDash val="solid"/>
          </a:ln>
        </p:spPr>
      </p:sp>
      <p:sp>
        <p:nvSpPr>
          <p:cNvPr id="13" name="qr-surface">
            <a:extLst xmlns:a="http://schemas.openxmlformats.org/drawingml/2006/main">
              <a:ext uri="{FF2B5EF4-FFF2-40B4-BE49-F238E27FC236}">
                <a16:creationId xmlns:a16="http://schemas.microsoft.com/office/drawing/2014/main" id="{36537BB5-6997-4A82-9E43-BABDF2CC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57650"/>
            <a:ext cx="47625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dfd20bcdc4c7a"/>
          <a:stretch xmlns:a="http://schemas.openxmlformats.org/drawingml/2006/main"/>
        </p:blipFill>
        <p:spPr>
          <a:xfrm xmlns:a="http://schemas.openxmlformats.org/drawingml/2006/main">
            <a:off x="1752600" y="4295775"/>
            <a:ext cx="3333750" cy="3333750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0965011c704391"/>
          <a:stretch xmlns:a="http://schemas.openxmlformats.org/drawingml/2006/main"/>
        </p:blipFill>
        <p:spPr>
          <a:xfrm xmlns:a="http://schemas.openxmlformats.org/drawingml/2006/main">
            <a:off x="5162550" y="4295775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6" name="qr-action">
            <a:extLst xmlns:a="http://schemas.openxmlformats.org/drawingml/2006/main">
              <a:ext uri="{FF2B5EF4-FFF2-40B4-BE49-F238E27FC236}">
                <a16:creationId xmlns:a16="http://schemas.microsoft.com/office/drawing/2014/main" id="{06DB492B-3C7B-47C9-886D-AEC44F1B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314950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ESCANEA AQUÍ</a:t>
            </a:r>
          </a:p>
        </p:txBody>
      </p:sp>
      <p:sp>
        <p:nvSpPr>
          <p:cNvPr id="17" name="plant-label">
            <a:extLst xmlns:a="http://schemas.openxmlformats.org/drawingml/2006/main">
              <a:ext uri="{FF2B5EF4-FFF2-40B4-BE49-F238E27FC236}">
                <a16:creationId xmlns:a16="http://schemas.microsoft.com/office/drawing/2014/main" id="{56D37051-03EC-49B3-85A2-91FBDA1D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315075"/>
            <a:ext cx="102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0029"/>
                </a:solidFill>
              </a:defRPr>
            </a:pPr>
            <a:r>
              <a:rPr sz="900" b="1">
                <a:solidFill>
                  <a:srgbClr val="EA0029"/>
                </a:solidFill>
              </a:rPr>
              <a:t>APODACA + EL CARMEN</a:t>
            </a:r>
          </a:p>
        </p:txBody>
      </p:sp>
      <p:sp>
        <p:nvSpPr>
          <p:cNvPr id="18" name="tagline">
            <a:extLst xmlns:a="http://schemas.openxmlformats.org/drawingml/2006/main">
              <a:ext uri="{FF2B5EF4-FFF2-40B4-BE49-F238E27FC236}">
                <a16:creationId xmlns:a16="http://schemas.microsoft.com/office/drawing/2014/main" id="{01FCCAA7-0A88-4D93-A2FF-529A0F5B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15300"/>
            <a:ext cx="638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TÚ LO VES. TÚ LO MEJORAS.</a:t>
            </a:r>
          </a:p>
        </p:txBody>
      </p:sp>
      <p:sp>
        <p:nvSpPr>
          <p:cNvPr id="19" name="footer-black">
            <a:extLst xmlns:a="http://schemas.openxmlformats.org/drawingml/2006/main">
              <a:ext uri="{FF2B5EF4-FFF2-40B4-BE49-F238E27FC236}">
                <a16:creationId xmlns:a16="http://schemas.microsoft.com/office/drawing/2014/main" id="{5C7A59B9-05D1-4FB7-9044-292A2933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24900"/>
            <a:ext cx="3486150" cy="1971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2efce18e4a4e07"/>
          <a:srcRect xmlns:a="http://schemas.openxmlformats.org/drawingml/2006/main" l="0" t="5311" r="0" b="53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86150" y="8724900"/>
            <a:ext cx="4076700" cy="1971675"/>
          </a:xfrm>
          <a:prstGeom xmlns:a="http://schemas.openxmlformats.org/drawingml/2006/main" prst="rect">
            <a:avLst/>
          </a:prstGeom>
        </p:spPr>
      </p:pic>
      <p:sp>
        <p:nvSpPr>
          <p:cNvPr id="21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1BFECF32-A4D1-4442-8E28-F82078D0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915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0029"/>
          </a:solidFill>
          <a:ln xmlns:a="http://schemas.openxmlformats.org/drawingml/2006/main" w="0">
            <a:solidFill>
              <a:srgbClr val="EA0029"/>
            </a:solidFill>
            <a:prstDash val="solid"/>
          </a:ln>
        </p:spPr>
      </p:sp>
      <p:sp>
        <p:nvSpPr>
          <p:cNvPr id="22" name="step-1-digit">
            <a:extLst xmlns:a="http://schemas.openxmlformats.org/drawingml/2006/main">
              <a:ext uri="{FF2B5EF4-FFF2-40B4-BE49-F238E27FC236}">
                <a16:creationId xmlns:a16="http://schemas.microsoft.com/office/drawing/2014/main" id="{6F22EAE5-52B9-4765-8AD5-41494069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9154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3" name="step-1-label">
            <a:extLst xmlns:a="http://schemas.openxmlformats.org/drawingml/2006/main">
              <a:ext uri="{FF2B5EF4-FFF2-40B4-BE49-F238E27FC236}">
                <a16:creationId xmlns:a16="http://schemas.microsoft.com/office/drawing/2014/main" id="{F39CB5C9-F366-40D0-9C73-AFA9AA46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8963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Escanea el código</a:t>
            </a:r>
          </a:p>
        </p:txBody>
      </p:sp>
      <p:sp>
        <p:nvSpPr>
          <p:cNvPr id="24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B2BCCB56-9463-4701-9D20-D9E61B49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94011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0029"/>
          </a:solidFill>
          <a:ln xmlns:a="http://schemas.openxmlformats.org/drawingml/2006/main" w="0">
            <a:solidFill>
              <a:srgbClr val="EA0029"/>
            </a:solidFill>
            <a:prstDash val="solid"/>
          </a:ln>
        </p:spPr>
      </p:sp>
      <p:sp>
        <p:nvSpPr>
          <p:cNvPr id="25" name="step-2-digit">
            <a:extLst xmlns:a="http://schemas.openxmlformats.org/drawingml/2006/main">
              <a:ext uri="{FF2B5EF4-FFF2-40B4-BE49-F238E27FC236}">
                <a16:creationId xmlns:a16="http://schemas.microsoft.com/office/drawing/2014/main" id="{F2F642C7-7F6A-4670-835C-E118A8E0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94011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" name="step-2-label">
            <a:extLst xmlns:a="http://schemas.openxmlformats.org/drawingml/2006/main">
              <a:ext uri="{FF2B5EF4-FFF2-40B4-BE49-F238E27FC236}">
                <a16:creationId xmlns:a16="http://schemas.microsoft.com/office/drawing/2014/main" id="{BD0676CD-D91B-4288-8B22-24CE7F78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8212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Elige tu planta y área</a:t>
            </a:r>
          </a:p>
        </p:txBody>
      </p:sp>
      <p:sp>
        <p:nvSpPr>
          <p:cNvPr id="27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AD4F89FB-0520-4767-AE57-90419BBD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9886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0029"/>
          </a:solidFill>
          <a:ln xmlns:a="http://schemas.openxmlformats.org/drawingml/2006/main" w="0">
            <a:solidFill>
              <a:srgbClr val="EA0029"/>
            </a:solidFill>
            <a:prstDash val="solid"/>
          </a:ln>
        </p:spPr>
      </p:sp>
      <p:sp>
        <p:nvSpPr>
          <p:cNvPr id="28" name="step-3-digit">
            <a:extLst xmlns:a="http://schemas.openxmlformats.org/drawingml/2006/main">
              <a:ext uri="{FF2B5EF4-FFF2-40B4-BE49-F238E27FC236}">
                <a16:creationId xmlns:a16="http://schemas.microsoft.com/office/drawing/2014/main" id="{BF8C1E7C-5E68-4D04-A94E-734FAA05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9886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step-3-label">
            <a:extLst xmlns:a="http://schemas.openxmlformats.org/drawingml/2006/main">
              <a:ext uri="{FF2B5EF4-FFF2-40B4-BE49-F238E27FC236}">
                <a16:creationId xmlns:a16="http://schemas.microsoft.com/office/drawing/2014/main" id="{4B03DB63-B781-4A0D-B653-D5AC4024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679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Describe y envía tu idea</a:t>
            </a:r>
          </a:p>
        </p:txBody>
      </p:sp>
      <p:sp>
        <p:nvSpPr>
          <p:cNvPr id="30" name="footer-url">
            <a:extLst xmlns:a="http://schemas.openxmlformats.org/drawingml/2006/main">
              <a:ext uri="{FF2B5EF4-FFF2-40B4-BE49-F238E27FC236}">
                <a16:creationId xmlns:a16="http://schemas.microsoft.com/office/drawing/2014/main" id="{A776E08A-1936-4416-8CE9-DE12A1CD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0287000"/>
            <a:ext cx="3524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Formulario oficial administrado por Mejora Continua</a:t>
            </a:r>
          </a:p>
        </p:txBody>
      </p:sp>
    </p:spTree>
    <p:extLst>
      <p:ext uri="{BB962C8B-B14F-4D97-AF65-F5344CB8AC3E}">
        <p14:creationId xmlns:p14="http://schemas.microsoft.com/office/powerpoint/2010/main" val="8914646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2026-07-24T20:06:28.0000000Z</dcterms:created>
  <dcterms:modified xsi:type="dcterms:W3CDTF">2026-07-24T20:06:28.0000000Z</dcterms:modified>
</coreProperties>
</file>